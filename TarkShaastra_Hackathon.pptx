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2F4FA"/>
          </a:solidFill>
          <a:ln w="12700">
            <a:solidFill>
              <a:srgbClr val="F2F4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17720" y="0"/>
            <a:ext cx="137160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274320"/>
            <a:ext cx="411480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8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0C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201168" cy="201168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137160" cy="1371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20040" y="10972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endParaRPr lang="en-US" sz="7200" dirty="0"/>
          </a:p>
        </p:txBody>
      </p:sp>
      <p:sp>
        <p:nvSpPr>
          <p:cNvPr id="10" name="Text 5"/>
          <p:cNvSpPr/>
          <p:nvPr/>
        </p:nvSpPr>
        <p:spPr>
          <a:xfrm>
            <a:off x="320040" y="1920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40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633472"/>
            <a:ext cx="4114800" cy="411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20040" y="2743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Hours Hackathon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4937760" y="1005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00" kern="0" dirty="0">
                <a:solidFill>
                  <a:srgbClr val="1E3A8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DESIGN</a:t>
            </a:r>
            <a:endParaRPr lang="en-US" sz="3400" dirty="0"/>
          </a:p>
        </p:txBody>
      </p:sp>
      <p:sp>
        <p:nvSpPr>
          <p:cNvPr id="14" name="Text 8"/>
          <p:cNvSpPr/>
          <p:nvPr/>
        </p:nvSpPr>
        <p:spPr>
          <a:xfrm>
            <a:off x="4937760" y="1463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00" kern="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DECODE</a:t>
            </a:r>
            <a:endParaRPr lang="en-US" sz="3400" dirty="0"/>
          </a:p>
        </p:txBody>
      </p:sp>
      <p:sp>
        <p:nvSpPr>
          <p:cNvPr id="15" name="Text 9"/>
          <p:cNvSpPr/>
          <p:nvPr/>
        </p:nvSpPr>
        <p:spPr>
          <a:xfrm>
            <a:off x="4937760" y="1920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spc="6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DOMINATE</a:t>
            </a:r>
            <a:endParaRPr lang="en-US" sz="34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743200"/>
            <a:ext cx="640080" cy="64008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2807208"/>
            <a:ext cx="512064" cy="512064"/>
          </a:xfrm>
          <a:prstGeom prst="rect">
            <a:avLst/>
          </a:prstGeom>
        </p:spPr>
      </p:pic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2743200"/>
            <a:ext cx="640080" cy="64008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1928" y="2807208"/>
            <a:ext cx="512064" cy="512064"/>
          </a:xfrm>
          <a:prstGeom prst="rect">
            <a:avLst/>
          </a:prstGeom>
        </p:spPr>
      </p:pic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2743200"/>
            <a:ext cx="640080" cy="640080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6328" y="2807208"/>
            <a:ext cx="512064" cy="512064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512064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Innovate</a:t>
            </a:r>
            <a:endParaRPr lang="en-US" sz="900" dirty="0"/>
          </a:p>
        </p:txBody>
      </p:sp>
      <p:sp>
        <p:nvSpPr>
          <p:cNvPr id="23" name="Text 11"/>
          <p:cNvSpPr/>
          <p:nvPr/>
        </p:nvSpPr>
        <p:spPr>
          <a:xfrm>
            <a:off x="603504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Explore</a:t>
            </a:r>
            <a:endParaRPr lang="en-US" sz="900" dirty="0"/>
          </a:p>
        </p:txBody>
      </p:sp>
      <p:sp>
        <p:nvSpPr>
          <p:cNvPr id="24" name="Text 12"/>
          <p:cNvSpPr/>
          <p:nvPr/>
        </p:nvSpPr>
        <p:spPr>
          <a:xfrm>
            <a:off x="694944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</a:rPr>
              <a:t>Collaborate</a:t>
            </a:r>
            <a:endParaRPr lang="en-US" sz="900" dirty="0"/>
          </a:p>
        </p:txBody>
      </p:sp>
      <p:sp>
        <p:nvSpPr>
          <p:cNvPr id="25" name="Shape 1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1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LDCE | LAKSHYA 2.0 DESIGN DECODE DOMINATE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TITLE PAGE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691640"/>
            <a:ext cx="84124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691640"/>
            <a:ext cx="91440" cy="8046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819656"/>
            <a:ext cx="530352" cy="530352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" y="1872691"/>
            <a:ext cx="424282" cy="42428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176479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No.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261872" y="20756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problem statement number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365760" y="2651760"/>
            <a:ext cx="84124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65760" y="2651760"/>
            <a:ext cx="91440" cy="8046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779776"/>
            <a:ext cx="530352" cy="530352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" y="2832811"/>
            <a:ext cx="424282" cy="4242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61872" y="27249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1261872" y="3035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problem statement title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365760" y="3611880"/>
            <a:ext cx="8412480" cy="804672"/>
          </a:xfrm>
          <a:prstGeom prst="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65760" y="3611880"/>
            <a:ext cx="91440" cy="8046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39896"/>
            <a:ext cx="530352" cy="53035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" y="3792931"/>
            <a:ext cx="424282" cy="42428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261872" y="36850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1261872" y="39959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team name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IDEAL TITLE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57200" y="1554480"/>
            <a:ext cx="8229600" cy="1188720"/>
          </a:xfrm>
          <a:prstGeom prst="rect">
            <a:avLst>
              <a:gd name="adj" fmla="val 3846"/>
            </a:avLst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7452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1600200"/>
            <a:ext cx="7132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spc="4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IDEAL TITLE</a:t>
            </a:r>
            <a:endParaRPr lang="en-US" sz="36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1874520"/>
            <a:ext cx="320040" cy="32004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57200" y="2971800"/>
            <a:ext cx="265176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9"/>
          <p:cNvSpPr/>
          <p:nvPr/>
        </p:nvSpPr>
        <p:spPr>
          <a:xfrm>
            <a:off x="457200" y="2971800"/>
            <a:ext cx="265176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" y="3154680"/>
            <a:ext cx="594360" cy="59436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2476" y="3214116"/>
            <a:ext cx="475488" cy="47548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9436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clear and creative title for your solution.</a:t>
            </a:r>
            <a:endParaRPr lang="en-US" sz="1100" dirty="0"/>
          </a:p>
        </p:txBody>
      </p:sp>
      <p:sp>
        <p:nvSpPr>
          <p:cNvPr id="19" name="Shape 11"/>
          <p:cNvSpPr/>
          <p:nvPr/>
        </p:nvSpPr>
        <p:spPr>
          <a:xfrm>
            <a:off x="3337560" y="2971800"/>
            <a:ext cx="265176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3337560" y="2971800"/>
            <a:ext cx="265176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43400" y="3154680"/>
            <a:ext cx="594360" cy="59436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02836" y="3214116"/>
            <a:ext cx="475488" cy="47548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347472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should reflect the core idea of your project.</a:t>
            </a:r>
            <a:endParaRPr lang="en-US" sz="1100" dirty="0"/>
          </a:p>
        </p:txBody>
      </p:sp>
      <p:sp>
        <p:nvSpPr>
          <p:cNvPr id="24" name="Shape 14"/>
          <p:cNvSpPr/>
          <p:nvPr/>
        </p:nvSpPr>
        <p:spPr>
          <a:xfrm>
            <a:off x="6217920" y="2971800"/>
            <a:ext cx="2651760" cy="1691640"/>
          </a:xfrm>
          <a:prstGeom prst="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15"/>
          <p:cNvSpPr/>
          <p:nvPr/>
        </p:nvSpPr>
        <p:spPr>
          <a:xfrm>
            <a:off x="6217920" y="2971800"/>
            <a:ext cx="265176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23760" y="3154680"/>
            <a:ext cx="594360" cy="59436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3196" y="3214116"/>
            <a:ext cx="475488" cy="47548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355080" y="38404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short, simple, and impactful.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TECHNICAL APPROACH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600200"/>
            <a:ext cx="3200400" cy="3246120"/>
          </a:xfrm>
          <a:prstGeom prst="rect">
            <a:avLst>
              <a:gd name="adj" fmla="val 1429"/>
            </a:avLst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600200"/>
            <a:ext cx="3200400" cy="731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1188720" cy="118872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0472" y="2039112"/>
            <a:ext cx="950976" cy="950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3291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WORKS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45720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C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749040" y="1645920"/>
            <a:ext cx="50292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749040" y="1645920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3632" y="1819656"/>
            <a:ext cx="530352" cy="530352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6667" y="1872691"/>
            <a:ext cx="424282" cy="4242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572000" y="173736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Mechanism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572000" y="2048256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explain how your solution works end-to-end.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3749040" y="2670048"/>
            <a:ext cx="50292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749040" y="2670048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13632" y="2843784"/>
            <a:ext cx="530352" cy="53035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6667" y="2896819"/>
            <a:ext cx="424282" cy="42428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572000" y="2761488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Tools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4572000" y="3072384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key technologies, tools, or frameworks used.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3749040" y="3694176"/>
            <a:ext cx="50292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3749040" y="3694176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13632" y="3867912"/>
            <a:ext cx="530352" cy="530352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6667" y="3920947"/>
            <a:ext cx="424282" cy="42428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572000" y="3785616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Workflow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4572000" y="4096512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architecture, workflow diagrams if applicable.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FEASIBILITY &amp; VIABILITY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0040" y="1600200"/>
            <a:ext cx="2743200" cy="324612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0040" y="1600200"/>
            <a:ext cx="2743200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594360" cy="5943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036" y="1888236"/>
            <a:ext cx="475488" cy="475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Practicality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1051560" y="2999232"/>
            <a:ext cx="128016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84632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practical your solution is to implement given current constraints.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246120" y="1600200"/>
            <a:ext cx="2743200" cy="324612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3246120" y="1600200"/>
            <a:ext cx="2743200" cy="5029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594360" cy="594360"/>
          </a:xfrm>
          <a:prstGeom prst="rect">
            <a:avLst/>
          </a:prstGeom>
        </p:spPr>
      </p:pic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1888236"/>
            <a:ext cx="475488" cy="4754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38328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Cost &amp; Resources</a:t>
            </a:r>
            <a:endParaRPr lang="en-US" sz="1500" dirty="0"/>
          </a:p>
        </p:txBody>
      </p:sp>
      <p:sp>
        <p:nvSpPr>
          <p:cNvPr id="22" name="Shape 14"/>
          <p:cNvSpPr/>
          <p:nvPr/>
        </p:nvSpPr>
        <p:spPr>
          <a:xfrm>
            <a:off x="3977640" y="2999232"/>
            <a:ext cx="128016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3410712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cost, resources, and implementation feasibility for real-world use.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6172200" y="1600200"/>
            <a:ext cx="2743200" cy="3246120"/>
          </a:xfrm>
          <a:prstGeom prst="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6172200" y="1600200"/>
            <a:ext cx="2743200" cy="502920"/>
          </a:xfrm>
          <a:prstGeom prst="rect">
            <a:avLst/>
          </a:prstGeom>
          <a:solidFill>
            <a:srgbClr val="D4392B"/>
          </a:solidFill>
          <a:ln w="12700">
            <a:solidFill>
              <a:srgbClr val="D4392B"/>
            </a:solidFill>
            <a:prstDash val="solid"/>
          </a:ln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1828800"/>
            <a:ext cx="594360" cy="594360"/>
          </a:xfrm>
          <a:prstGeom prst="rect">
            <a:avLst/>
          </a:prstGeom>
        </p:spPr>
      </p:pic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3196" y="1888236"/>
            <a:ext cx="475488" cy="47548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309360" y="25146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Scalability</a:t>
            </a:r>
            <a:endParaRPr lang="en-US" sz="1500" dirty="0"/>
          </a:p>
        </p:txBody>
      </p:sp>
      <p:sp>
        <p:nvSpPr>
          <p:cNvPr id="29" name="Shape 19"/>
          <p:cNvSpPr/>
          <p:nvPr/>
        </p:nvSpPr>
        <p:spPr>
          <a:xfrm>
            <a:off x="6903720" y="2999232"/>
            <a:ext cx="128016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6336792" y="3127248"/>
            <a:ext cx="2423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444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if and how it can be scaled for wider adoption in real-world scenarios.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UNIQUENESS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600200"/>
            <a:ext cx="5212080" cy="3246120"/>
          </a:xfrm>
          <a:prstGeom prst="rect">
            <a:avLst>
              <a:gd name="adj" fmla="val 1408"/>
            </a:avLst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600200"/>
            <a:ext cx="521208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20240"/>
            <a:ext cx="548640" cy="54864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975104"/>
            <a:ext cx="438912" cy="4389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1938528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 what makes your solution different from existing ones.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2871216"/>
            <a:ext cx="548640" cy="548640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926080"/>
            <a:ext cx="438912" cy="43891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261872" y="2889504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your innovation or creative approach clearly.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822192"/>
            <a:ext cx="548640" cy="54864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3877056"/>
            <a:ext cx="438912" cy="438912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261872" y="38404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the unique value and competitive edge your idea adds.</a:t>
            </a:r>
            <a:endParaRPr lang="en-US" sz="1200" dirty="0"/>
          </a:p>
        </p:txBody>
      </p:sp>
      <p:sp>
        <p:nvSpPr>
          <p:cNvPr id="21" name="Shape 11"/>
          <p:cNvSpPr/>
          <p:nvPr/>
        </p:nvSpPr>
        <p:spPr>
          <a:xfrm>
            <a:off x="5806440" y="1600200"/>
            <a:ext cx="2971800" cy="3246120"/>
          </a:xfrm>
          <a:prstGeom prst="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2" name="Shape 12"/>
          <p:cNvSpPr/>
          <p:nvPr/>
        </p:nvSpPr>
        <p:spPr>
          <a:xfrm>
            <a:off x="5806440" y="1600200"/>
            <a:ext cx="297180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0840" y="1965960"/>
            <a:ext cx="1143000" cy="1143000"/>
          </a:xfrm>
          <a:prstGeom prst="rect">
            <a:avLst/>
          </a:prstGeom>
        </p:spPr>
      </p:pic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5140" y="2080260"/>
            <a:ext cx="914400" cy="914400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943600" y="32461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SETS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APART?</a:t>
            </a:r>
            <a:endParaRPr lang="en-US" sz="1800" dirty="0"/>
          </a:p>
        </p:txBody>
      </p:sp>
      <p:sp>
        <p:nvSpPr>
          <p:cNvPr id="26" name="Text 14"/>
          <p:cNvSpPr/>
          <p:nvPr/>
        </p:nvSpPr>
        <p:spPr>
          <a:xfrm>
            <a:off x="5943600" y="40233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Innovation Edge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IMPACT &amp; BENEFITS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7472" y="1600200"/>
            <a:ext cx="4160520" cy="1298448"/>
          </a:xfrm>
          <a:prstGeom prst="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47472" y="1600200"/>
            <a:ext cx="73152" cy="12984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947672"/>
            <a:ext cx="594360" cy="5943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" y="2007108"/>
            <a:ext cx="475488" cy="4754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61872" y="17099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1261872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expected results and deliverables of your solution.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709160" y="1600200"/>
            <a:ext cx="4160520" cy="1298448"/>
          </a:xfrm>
          <a:prstGeom prst="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4709160" y="1600200"/>
            <a:ext cx="73152" cy="12984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1947672"/>
            <a:ext cx="594360" cy="59436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1476" y="2007108"/>
            <a:ext cx="475488" cy="47548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623560" y="17099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Who Will Benefit?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5623560" y="207568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who will benefit from this solution and how.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347472" y="3063240"/>
            <a:ext cx="4160520" cy="1298448"/>
          </a:xfrm>
          <a:prstGeom prst="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47472" y="3063240"/>
            <a:ext cx="73152" cy="12984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410712"/>
            <a:ext cx="594360" cy="594360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9788" y="3470148"/>
            <a:ext cx="475488" cy="47548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1261872" y="31729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Social Impact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1261872" y="35387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broader social impact and community benefit.</a:t>
            </a:r>
            <a:endParaRPr lang="en-US" sz="1100" dirty="0"/>
          </a:p>
        </p:txBody>
      </p:sp>
      <p:sp>
        <p:nvSpPr>
          <p:cNvPr id="28" name="Shape 18"/>
          <p:cNvSpPr/>
          <p:nvPr/>
        </p:nvSpPr>
        <p:spPr>
          <a:xfrm>
            <a:off x="4709160" y="3063240"/>
            <a:ext cx="4160520" cy="1298448"/>
          </a:xfrm>
          <a:prstGeom prst="rect">
            <a:avLst>
              <a:gd name="adj" fmla="val 352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4709160" y="3063240"/>
            <a:ext cx="73152" cy="12984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410712"/>
            <a:ext cx="594360" cy="594360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51476" y="3470148"/>
            <a:ext cx="475488" cy="47548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5623560" y="317296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0F2E"/>
                </a:solidFill>
                <a:latin typeface="Calibri Bold" pitchFamily="34" charset="0"/>
                <a:ea typeface="Calibri Bold" pitchFamily="34" charset="-122"/>
                <a:cs typeface="Calibri Bold" pitchFamily="34" charset="-120"/>
              </a:rPr>
              <a:t>Technical Value</a:t>
            </a:r>
            <a:endParaRPr lang="en-US" sz="1300" dirty="0"/>
          </a:p>
        </p:txBody>
      </p:sp>
      <p:sp>
        <p:nvSpPr>
          <p:cNvPr id="33" name="Text 21"/>
          <p:cNvSpPr/>
          <p:nvPr/>
        </p:nvSpPr>
        <p:spPr>
          <a:xfrm>
            <a:off x="5623560" y="35387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economic or technical value this brings.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68680"/>
            <a:ext cx="9144000" cy="548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" y="91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TARK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SHAASTRA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029200" y="45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 |  LAKSHYA 2.0, LDCE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8686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&amp; REFERENCES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4754880"/>
            <a:ext cx="594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F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2743200" cy="27432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5760" y="1600200"/>
            <a:ext cx="3383280" cy="3246120"/>
          </a:xfrm>
          <a:prstGeom prst="rect">
            <a:avLst>
              <a:gd name="adj" fmla="val 1408"/>
            </a:avLst>
          </a:prstGeom>
          <a:solidFill>
            <a:srgbClr val="080F2E"/>
          </a:solidFill>
          <a:ln w="12700">
            <a:solidFill>
              <a:srgbClr val="080F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1600200"/>
            <a:ext cx="3383280" cy="6400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0" y="1874520"/>
            <a:ext cx="1371600" cy="137160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880" y="2011680"/>
            <a:ext cx="1097280" cy="10972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7200" y="33832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&amp; SOURCES</a:t>
            </a:r>
            <a:endParaRPr lang="en-US" sz="2000" dirty="0"/>
          </a:p>
        </p:txBody>
      </p:sp>
      <p:sp>
        <p:nvSpPr>
          <p:cNvPr id="15" name="Text 9"/>
          <p:cNvSpPr/>
          <p:nvPr/>
        </p:nvSpPr>
        <p:spPr>
          <a:xfrm>
            <a:off x="457200" y="4114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0C8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your inspiration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3977640" y="1645920"/>
            <a:ext cx="48006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3977640" y="1645920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232" y="1819656"/>
            <a:ext cx="530352" cy="530352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95267" y="1872691"/>
            <a:ext cx="424282" cy="42428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800600" y="1737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Papers &amp; Articles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4800600" y="204825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academic research or whitepapers that informed your solution.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3977640" y="2670048"/>
            <a:ext cx="48006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5"/>
          <p:cNvSpPr/>
          <p:nvPr/>
        </p:nvSpPr>
        <p:spPr>
          <a:xfrm>
            <a:off x="3977640" y="2670048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2232" y="2843784"/>
            <a:ext cx="530352" cy="530352"/>
          </a:xfrm>
          <a:prstGeom prst="rect">
            <a:avLst/>
          </a:prstGeom>
        </p:spPr>
      </p:pic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95267" y="2896819"/>
            <a:ext cx="424282" cy="424282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4800600" y="27614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Websites &amp; Online Resources</a:t>
            </a:r>
            <a:endParaRPr lang="en-US" sz="1200" dirty="0"/>
          </a:p>
        </p:txBody>
      </p:sp>
      <p:sp>
        <p:nvSpPr>
          <p:cNvPr id="27" name="Text 17"/>
          <p:cNvSpPr/>
          <p:nvPr/>
        </p:nvSpPr>
        <p:spPr>
          <a:xfrm>
            <a:off x="4800600" y="30723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credible websites, official documentation, or portals used.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3977640" y="3694176"/>
            <a:ext cx="4800600" cy="896112"/>
          </a:xfrm>
          <a:prstGeom prst="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19"/>
          <p:cNvSpPr/>
          <p:nvPr/>
        </p:nvSpPr>
        <p:spPr>
          <a:xfrm>
            <a:off x="3977640" y="3694176"/>
            <a:ext cx="73152" cy="89611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2232" y="3867912"/>
            <a:ext cx="530352" cy="530352"/>
          </a:xfrm>
          <a:prstGeom prst="rect">
            <a:avLst/>
          </a:prstGeom>
        </p:spPr>
      </p:pic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5267" y="3920947"/>
            <a:ext cx="424282" cy="424282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4800600" y="378561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0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Datasets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4800600" y="409651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 any tools, APIs, or datasets that supported your idea.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457200" y="-274320"/>
            <a:ext cx="4572000" cy="4572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4114800" cy="41148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9144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047488"/>
            <a:ext cx="9144000" cy="9144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1645920" y="1188720"/>
            <a:ext cx="5852160" cy="2743200"/>
          </a:xfrm>
          <a:prstGeom prst="rect">
            <a:avLst>
              <a:gd name="adj" fmla="val 1667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7" name="Shape 1"/>
          <p:cNvSpPr/>
          <p:nvPr/>
        </p:nvSpPr>
        <p:spPr>
          <a:xfrm>
            <a:off x="1645920" y="1188720"/>
            <a:ext cx="58521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Shape 2"/>
          <p:cNvSpPr/>
          <p:nvPr/>
        </p:nvSpPr>
        <p:spPr>
          <a:xfrm>
            <a:off x="1645920" y="3840480"/>
            <a:ext cx="5852160" cy="91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417320"/>
            <a:ext cx="365760" cy="36576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737360" y="1783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500" kern="0" dirty="0">
                <a:solidFill>
                  <a:srgbClr val="C9A22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11" name="Text 4"/>
          <p:cNvSpPr/>
          <p:nvPr/>
        </p:nvSpPr>
        <p:spPr>
          <a:xfrm>
            <a:off x="1737360" y="2743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5D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TarkShaastra  |  24 Hours Hackathon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1737360" y="32004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0C8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 •  DECODE  •  DOMINATE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0" y="47091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LAKSHYA 2.0  |  LDCE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TarkShaastra 24 Hours Hackathon</dc:title>
  <dc:subject>PptxGenJS Presentation</dc:subject>
  <dc:creator>PptxGenJS</dc:creator>
  <cp:lastModifiedBy>PptxGenJS</cp:lastModifiedBy>
  <cp:revision>1</cp:revision>
  <dcterms:created xsi:type="dcterms:W3CDTF">2026-04-19T05:23:31Z</dcterms:created>
  <dcterms:modified xsi:type="dcterms:W3CDTF">2026-04-19T05:23:31Z</dcterms:modified>
</cp:coreProperties>
</file>